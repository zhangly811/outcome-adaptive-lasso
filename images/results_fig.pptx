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D792-678E-AB5E-75BE-FACE5EDC5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3D1B5-38A4-17FA-C1E7-6B9439EF9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A46C-C144-04D0-D220-A0C75F34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77B5-95F2-0ADA-1A5E-B287F2EF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45B4-21DB-261E-1B2C-2C90B529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0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DB70-1D1C-5367-66D2-DC9D76E3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374F-C1D1-F1FA-CC60-2F2AB4189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BDB8-FBE4-7C1B-82F4-FEF69C9C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2200B-6AA2-F3AA-015E-9B3AB1FB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AD17C-34F8-D05D-A055-D4B2DFA5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2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D2DD-1E6D-B893-3161-96F71321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DBB9E-C9E7-727B-0C6F-56C1DFD83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3E23B-CAC0-5F1B-1241-C876126D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08D6D-4AF2-DADF-D3E4-C65D2175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1FBC-68A2-3A3C-1948-8184A274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11F4-F508-1A7D-79F1-B998F0E6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0214-FE1B-FA97-2561-37E472798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06CF9-156B-53FC-ED66-8F51D163A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1C19B-BA38-654E-558E-5236B880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624EB-19E4-597D-3BAB-A4715A9D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89BED-C72A-F18B-EF64-52327FDD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3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AC04-DAA5-18D1-7856-19247B1C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17A22-F85D-4F57-B35A-32D23FDD2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D5288-7646-C5D6-DC7F-6725A223C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838DE-A836-01FB-E3D6-D175130DE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0B9A2-EA33-3EE6-BBC4-C83D0F61A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1AC5C-4689-F393-5F1D-41F5E08B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5880D-C056-94A3-6281-768175E5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5B18B-1B0C-8026-BE3F-C993C73A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0E1B-10F6-F5AA-914C-48D15E44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39BDB-5A6F-1006-32BF-FF0E6E0F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2D625-F9F4-89E0-3F80-7B76A1CF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5336C-D223-E69B-42DF-E44EAEFD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5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A4E6A-6F14-DC0D-C5F0-6DE4B947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22F0B-546A-C934-5816-3B9880DE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37B61-765E-7D50-E563-C40FF26A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2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46FC-49F9-8E44-A83A-7714CEBE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AF42-F4D4-3444-EB7D-CBC27FF68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2C30B-4B8F-D4AD-3D1B-A56ADACEF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50129-53BF-E89F-7E83-3500297A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19C3A-5370-EDA4-68E5-033B56E2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C4F39-A8F8-1A80-171A-97E8A751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8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560E-C7F3-FE21-4163-0C7D6E04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8664E-D333-468E-FC5B-5CA6BC8F2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BB627-CF61-AB36-D50C-2A7CA129F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494D0-22D5-8CB8-769C-0D21011A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F3A8A-6C3E-2922-1D1F-BA7B21C4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C3F0-59A7-C87B-0469-D462B909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6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5AAD-D80D-A3B9-92B2-330ED440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6C8A1-F746-7AE2-E029-108E705FC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3A527-3311-61DD-86DA-0715243B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696C6-68F7-1A9F-A72D-C14A5456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1D980-2613-4381-B84F-3FD355B4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6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CC7E3-365A-CB42-ECB9-52D9B0AAA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9473B-332F-9F00-83D0-E602B2297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E277-DDD7-36BF-C49F-E30E0710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F917-11E0-88BD-A4E0-819A150D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1616-7A1B-E437-ABEF-FB88400F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6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F787E-0D4F-6F77-6F29-D3F487AD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28823-2078-28F9-5958-FC05E476E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73398-A48E-D4B8-29EF-A0413079E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C26D4-17AD-0F46-9CF7-A738C526167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6BEF0-C502-91F1-3F25-9BE61BEA0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9FEF-7A33-89B0-F83F-7202A4037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05981-1CEE-1640-8413-178B482A6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2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showing a number of indicators&#10;&#10;Description automatically generated with medium confidence">
            <a:extLst>
              <a:ext uri="{FF2B5EF4-FFF2-40B4-BE49-F238E27FC236}">
                <a16:creationId xmlns:a16="http://schemas.microsoft.com/office/drawing/2014/main" id="{4C3B46A1-C0D6-D24F-B587-729E9FAA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52" y="1924831"/>
            <a:ext cx="5703518" cy="3564699"/>
          </a:xfrm>
          <a:prstGeom prst="rect">
            <a:avLst/>
          </a:prstGeom>
        </p:spPr>
      </p:pic>
      <p:pic>
        <p:nvPicPr>
          <p:cNvPr id="11" name="Picture 10" descr="A graph with purple lines&#10;&#10;Description automatically generated">
            <a:extLst>
              <a:ext uri="{FF2B5EF4-FFF2-40B4-BE49-F238E27FC236}">
                <a16:creationId xmlns:a16="http://schemas.microsoft.com/office/drawing/2014/main" id="{9B388F45-A449-CCEC-9128-7C990F987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91" y="1924830"/>
            <a:ext cx="5703519" cy="35646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BFCB7A-8093-E315-8B84-5036BA2A13D8}"/>
              </a:ext>
            </a:extLst>
          </p:cNvPr>
          <p:cNvSpPr txBox="1"/>
          <p:nvPr/>
        </p:nvSpPr>
        <p:spPr>
          <a:xfrm>
            <a:off x="1011899" y="1541410"/>
            <a:ext cx="276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 independent covariates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79DDE-0EF4-2878-14A6-ED4D7BA6D0BE}"/>
              </a:ext>
            </a:extLst>
          </p:cNvPr>
          <p:cNvSpPr txBox="1"/>
          <p:nvPr/>
        </p:nvSpPr>
        <p:spPr>
          <a:xfrm>
            <a:off x="6730345" y="1556343"/>
            <a:ext cx="437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 dependent covariates (</a:t>
            </a:r>
            <a:r>
              <a:rPr lang="en-US" dirty="0" err="1"/>
              <a:t>cov</a:t>
            </a:r>
            <a:r>
              <a:rPr lang="en-US" dirty="0"/>
              <a:t>(</a:t>
            </a:r>
            <a:r>
              <a:rPr lang="en-US" dirty="0" err="1"/>
              <a:t>x_i</a:t>
            </a:r>
            <a:r>
              <a:rPr lang="en-US" dirty="0"/>
              <a:t>, </a:t>
            </a:r>
            <a:r>
              <a:rPr lang="en-US" dirty="0" err="1"/>
              <a:t>x_j</a:t>
            </a:r>
            <a:r>
              <a:rPr lang="en-US" dirty="0"/>
              <a:t>)=0.3)</a:t>
            </a:r>
          </a:p>
        </p:txBody>
      </p:sp>
    </p:spTree>
    <p:extLst>
      <p:ext uri="{BB962C8B-B14F-4D97-AF65-F5344CB8AC3E}">
        <p14:creationId xmlns:p14="http://schemas.microsoft.com/office/powerpoint/2010/main" val="415618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with different colored squares&#10;&#10;Description automatically generated">
            <a:extLst>
              <a:ext uri="{FF2B5EF4-FFF2-40B4-BE49-F238E27FC236}">
                <a16:creationId xmlns:a16="http://schemas.microsoft.com/office/drawing/2014/main" id="{A88AC151-54EE-4594-92A8-74C5A14F3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4386" y="2310974"/>
            <a:ext cx="4181901" cy="4181901"/>
          </a:xfrm>
        </p:spPr>
      </p:pic>
      <p:pic>
        <p:nvPicPr>
          <p:cNvPr id="7" name="Picture 6" descr="A chart with different colored squares&#10;&#10;Description automatically generated">
            <a:extLst>
              <a:ext uri="{FF2B5EF4-FFF2-40B4-BE49-F238E27FC236}">
                <a16:creationId xmlns:a16="http://schemas.microsoft.com/office/drawing/2014/main" id="{3A5315C9-A258-4C4F-E52F-C4D0CD7D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6886"/>
            <a:ext cx="4195989" cy="4195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86AE1-DD29-693F-3B98-B68EF4C4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629" y="2310974"/>
            <a:ext cx="2804081" cy="41678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5BBE9D-2873-F3F2-230E-48751D96054E}"/>
              </a:ext>
            </a:extLst>
          </p:cNvPr>
          <p:cNvSpPr txBox="1"/>
          <p:nvPr/>
        </p:nvSpPr>
        <p:spPr>
          <a:xfrm>
            <a:off x="664029" y="1797125"/>
            <a:ext cx="276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 independent covariates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465DC3-A647-E463-BE91-1774CF2A287D}"/>
              </a:ext>
            </a:extLst>
          </p:cNvPr>
          <p:cNvSpPr txBox="1"/>
          <p:nvPr/>
        </p:nvSpPr>
        <p:spPr>
          <a:xfrm>
            <a:off x="468085" y="1311452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N=200, d=500, </a:t>
            </a:r>
            <a:r>
              <a:rPr lang="en-US" b="1" dirty="0" err="1"/>
              <a:t>true_ATE</a:t>
            </a:r>
            <a:r>
              <a:rPr lang="en-US" b="1" dirty="0"/>
              <a:t>=0, </a:t>
            </a:r>
            <a:r>
              <a:rPr lang="en-US" b="1" dirty="0" err="1"/>
              <a:t>n_conf</a:t>
            </a:r>
            <a:r>
              <a:rPr lang="en-US" b="1" dirty="0"/>
              <a:t>=</a:t>
            </a:r>
            <a:r>
              <a:rPr lang="en-US" b="1" dirty="0" err="1"/>
              <a:t>n_pred</a:t>
            </a:r>
            <a:r>
              <a:rPr lang="en-US" b="1" dirty="0"/>
              <a:t>=</a:t>
            </a:r>
            <a:r>
              <a:rPr lang="en-US" b="1" dirty="0" err="1"/>
              <a:t>n_instr</a:t>
            </a:r>
            <a:r>
              <a:rPr lang="en-US" b="1" dirty="0"/>
              <a:t> = 10(</a:t>
            </a:r>
            <a:r>
              <a:rPr lang="en-US" b="1" dirty="0" err="1"/>
              <a:t>ie</a:t>
            </a:r>
            <a:r>
              <a:rPr lang="en-US" b="1" dirty="0"/>
              <a:t>., 2%*d)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9DD4CD-AD10-CE57-DEC2-B7791AC6F315}"/>
              </a:ext>
            </a:extLst>
          </p:cNvPr>
          <p:cNvSpPr txBox="1"/>
          <p:nvPr/>
        </p:nvSpPr>
        <p:spPr>
          <a:xfrm>
            <a:off x="4484101" y="1811213"/>
            <a:ext cx="437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 dependent covariates (</a:t>
            </a:r>
            <a:r>
              <a:rPr lang="en-US" dirty="0" err="1"/>
              <a:t>cov</a:t>
            </a:r>
            <a:r>
              <a:rPr lang="en-US" dirty="0"/>
              <a:t>(</a:t>
            </a:r>
            <a:r>
              <a:rPr lang="en-US" dirty="0" err="1"/>
              <a:t>x_i</a:t>
            </a:r>
            <a:r>
              <a:rPr lang="en-US" dirty="0"/>
              <a:t>, </a:t>
            </a:r>
            <a:r>
              <a:rPr lang="en-US" dirty="0" err="1"/>
              <a:t>x_j</a:t>
            </a:r>
            <a:r>
              <a:rPr lang="en-US" dirty="0"/>
              <a:t>)=0.3)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A0B37-B8C8-FF00-3191-93242074CED8}"/>
              </a:ext>
            </a:extLst>
          </p:cNvPr>
          <p:cNvSpPr txBox="1"/>
          <p:nvPr/>
        </p:nvSpPr>
        <p:spPr>
          <a:xfrm>
            <a:off x="9151345" y="1537597"/>
            <a:ext cx="2156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 dependent +PCA </a:t>
            </a:r>
          </a:p>
          <a:p>
            <a:r>
              <a:rPr lang="en-US" dirty="0"/>
              <a:t>(</a:t>
            </a:r>
            <a:r>
              <a:rPr lang="en-US" dirty="0" err="1"/>
              <a:t>num_PC</a:t>
            </a:r>
            <a:r>
              <a:rPr lang="en-US" dirty="0"/>
              <a:t>=min(</a:t>
            </a:r>
            <a:r>
              <a:rPr lang="en-US" dirty="0" err="1"/>
              <a:t>N,d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514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92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Linying Zhang</dc:creator>
  <cp:lastModifiedBy>Linying Zhang</cp:lastModifiedBy>
  <cp:revision>2</cp:revision>
  <dcterms:created xsi:type="dcterms:W3CDTF">2025-11-03T21:14:13Z</dcterms:created>
  <dcterms:modified xsi:type="dcterms:W3CDTF">2025-11-04T00:34:12Z</dcterms:modified>
</cp:coreProperties>
</file>